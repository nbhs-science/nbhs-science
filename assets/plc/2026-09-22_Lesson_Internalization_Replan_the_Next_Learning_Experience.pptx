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6256000" cy="9144000"/>
  <p:notesSz cx="9144000" cy="16256000"/>
  <p:embeddedFontLst>
    <p:embeddedFont>
      <p:font typeface="Inter" charset="-122" pitchFamily="34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22,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382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Lesson Internalization:</a:t>
            </a:r>
            <a:endParaRPr lang="en-US" sz="4400" dirty="0"/>
          </a:p>
          <a:p>
            <a:pPr algn="l" indent="0" marL="0">
              <a:lnSpc>
                <a:spcPts val="4180"/>
              </a:lnSpc>
              <a:buNone/>
            </a:pPr>
            <a:r>
              <a:rPr lang="en-US" altLang="en-US" sz="4400" dirty="0">
                <a:solidFill>
                  <a:srgbClr val="C4123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44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1750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actual student evidence to strengthen a later lesson in the sequence.</a:t>
            </a:r>
            <a:endParaRPr lang="en-US" sz="21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C2F33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19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altLang="en-US" sz="19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19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20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0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altLang="en-US" sz="18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later lesson in the sequence · evidence pattern and next student action · lesson materials · Lesson Internalization Tool</a:t>
            </a:r>
            <a:endParaRPr lang="en-US" sz="18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D1D5DB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altLang="en-US" sz="18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use a student-learning pattern and next student action to revise a later lesson in the sequence.</a:t>
            </a:r>
            <a:endParaRPr lang="en-US" sz="18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Questions 1, 3 &amp; 4</a:t>
            </a:r>
            <a:endParaRPr lang="en-US" sz="16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9/22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558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41 MINUTES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041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34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41230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495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Bring forward a later lesson, the evidence pattern, and the next student action.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Revision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Decide what should change because of the evidence.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4953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Revise a later lesson while keeping purpose, mastery, thinking, and student experience coherent.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31:00–37:00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495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Check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Check that the revision responds to evidence and maintains the cognitive demand.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495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will students experience differently because of this revision?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visible later-lesson revision that responds to student evidence.</a:t>
            </a:r>
            <a:endParaRPr lang="en-US" sz="18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660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SEPTEMBER 22, 2026 · REPLAN THE NEXT LESSON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REPLANNING · 21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16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Replan the Next Learning Experience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10:00–31:00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student-learning pattern and planned response to make one purposeful change to the next lesson in the sequence.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evidence forward.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shared pattern and the response the team planned to address it.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one element to revise.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 purpose, task, question, representation, grouping, pacing, support, feedback, or evidence plan.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coherence.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sure purpose, mastery task, key thinking, supports, materials, timing, and evidence still work together.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C2F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change visible.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 the revision in the lesson plan, student materials, questions, or facilitation notes.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revised next lesson and one visible adjustment that responds to student evidence while keeping the learning goal clear.</a:t>
            </a:r>
            <a:endParaRPr lang="en-US" sz="18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9/22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C2F33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4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144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 and Carry It Forward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37:00–41:00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95600"/>
            <a:ext cx="6858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altLang="en-US" sz="35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will students experience differently because of this revision?</a:t>
            </a:r>
            <a:endParaRPr lang="en-US" sz="35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775200"/>
            <a:ext cx="635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revision and the student experience it is intended to strengthen.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· SEPTEMBER 25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altLang="en-US" sz="3000" dirty="0">
                <a:solidFill>
                  <a:srgbClr val="2C2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Share, Calibrate &amp; Set the Next Cycle</a:t>
            </a:r>
            <a:endParaRPr lang="en-US" sz="30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team’s evidence plan, learning pattern, response, and revised lesson. You will set one focused priority for the next cycle.</a:t>
            </a:r>
            <a:endParaRPr lang="en-US" sz="19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 matters most when it changes what students experience next in a coherent, ready-to-teach lesson.</a:t>
            </a:r>
            <a:endParaRPr lang="en-US" sz="18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685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 THE NEXT LEARNING EXPERIENCE · 9/22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412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Internalization: Replan the Next Learning Experience</dc:title>
  <dc:subject>Lesson Internalization: Replan the Next Learning Experience</dc:subject>
  <dc:creator>Manus</dc:creator>
  <cp:lastModifiedBy>Manus</cp:lastModifiedBy>
  <cp:revision>1</cp:revision>
  <dcterms:created xsi:type="dcterms:W3CDTF">2026-09-14T18:45:34Z</dcterms:created>
  <dcterms:modified xsi:type="dcterms:W3CDTF">2026-09-14T18:45:34Z</dcterms:modified>
</cp:coreProperties>
</file>